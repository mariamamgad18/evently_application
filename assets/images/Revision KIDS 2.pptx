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84" r:id="rId1"/>
  </p:sldMasterIdLst>
  <p:sldIdLst>
    <p:sldId id="258" r:id="rId2"/>
    <p:sldId id="259" r:id="rId3"/>
    <p:sldId id="260" r:id="rId4"/>
  </p:sldIdLst>
  <p:sldSz cx="9144000" cy="6858000" type="screen4x3"/>
  <p:notesSz cx="6858000" cy="9144000"/>
  <p:defaultTextStyle>
    <a:defPPr>
      <a:defRPr lang="ar-EG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56C892-EC27-9859-172F-D71CFBCADBAB}" v="6" dt="2025-10-01T01:50:11.8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ar-E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6C17-B82A-44AC-841F-7457688392DB}" type="datetimeFigureOut">
              <a:rPr lang="ar-EG" smtClean="0"/>
              <a:t>08/04/1447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E8E2F-D62B-4F30-9A6E-3C3CF4F46C0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856787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6C17-B82A-44AC-841F-7457688392DB}" type="datetimeFigureOut">
              <a:rPr lang="ar-EG" smtClean="0"/>
              <a:t>08/04/1447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E8E2F-D62B-4F30-9A6E-3C3CF4F46C0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276693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6C17-B82A-44AC-841F-7457688392DB}" type="datetimeFigureOut">
              <a:rPr lang="ar-EG" smtClean="0"/>
              <a:t>08/04/1447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E8E2F-D62B-4F30-9A6E-3C3CF4F46C0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612725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6C17-B82A-44AC-841F-7457688392DB}" type="datetimeFigureOut">
              <a:rPr lang="ar-EG" smtClean="0"/>
              <a:t>08/04/1447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E8E2F-D62B-4F30-9A6E-3C3CF4F46C0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516752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6C17-B82A-44AC-841F-7457688392DB}" type="datetimeFigureOut">
              <a:rPr lang="ar-EG" smtClean="0"/>
              <a:t>08/04/1447</a:t>
            </a:fld>
            <a:endParaRPr lang="ar-E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E8E2F-D62B-4F30-9A6E-3C3CF4F46C0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464044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6C17-B82A-44AC-841F-7457688392DB}" type="datetimeFigureOut">
              <a:rPr lang="ar-EG" smtClean="0"/>
              <a:t>08/04/1447</a:t>
            </a:fld>
            <a:endParaRPr lang="ar-E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E8E2F-D62B-4F30-9A6E-3C3CF4F46C0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63632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6C17-B82A-44AC-841F-7457688392DB}" type="datetimeFigureOut">
              <a:rPr lang="ar-EG" smtClean="0"/>
              <a:t>08/04/1447</a:t>
            </a:fld>
            <a:endParaRPr lang="ar-E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E8E2F-D62B-4F30-9A6E-3C3CF4F46C0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369258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6C17-B82A-44AC-841F-7457688392DB}" type="datetimeFigureOut">
              <a:rPr lang="ar-EG" smtClean="0"/>
              <a:t>08/04/1447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E8E2F-D62B-4F30-9A6E-3C3CF4F46C0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106342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E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6C17-B82A-44AC-841F-7457688392DB}" type="datetimeFigureOut">
              <a:rPr lang="ar-EG" smtClean="0"/>
              <a:t>08/04/1447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E8E2F-D62B-4F30-9A6E-3C3CF4F46C0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998338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6C17-B82A-44AC-841F-7457688392DB}" type="datetimeFigureOut">
              <a:rPr lang="ar-EG" smtClean="0"/>
              <a:t>08/04/1447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E8E2F-D62B-4F30-9A6E-3C3CF4F46C0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519684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6C17-B82A-44AC-841F-7457688392DB}" type="datetimeFigureOut">
              <a:rPr lang="ar-EG" smtClean="0"/>
              <a:t>08/04/1447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E8E2F-D62B-4F30-9A6E-3C3CF4F46C0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852821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F26C17-B82A-44AC-841F-7457688392DB}" type="datetimeFigureOut">
              <a:rPr lang="ar-EG" smtClean="0"/>
              <a:t>08/04/1447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7E8E2F-D62B-4F30-9A6E-3C3CF4F46C0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692181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EG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s://wordwall.net/resource/75398818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ordwall.net/resource/75398818/1%d9%85%d8%b1%d8%a7%d8%ac%d8%b9%d8%a9-%d9%81%d8%aa%d8%ad%d8%a9-%d9%83%d8%b3%d8%b1%d8%a9-%d8%b6%d9%85%d8%a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Revision </a:t>
            </a:r>
            <a:endParaRPr lang="ar-E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641379"/>
          </a:xfrm>
        </p:spPr>
        <p:txBody>
          <a:bodyPr/>
          <a:lstStyle/>
          <a:p>
            <a:pPr marL="0" indent="0" algn="l">
              <a:buNone/>
            </a:pPr>
            <a:r>
              <a:rPr lang="ar-EG" dirty="0"/>
              <a:t> </a:t>
            </a:r>
            <a:r>
              <a:rPr lang="en-US" dirty="0"/>
              <a:t>Arabic family has 28 letters.</a:t>
            </a:r>
          </a:p>
          <a:p>
            <a:pPr marL="0" indent="0" algn="l">
              <a:buNone/>
            </a:pPr>
            <a:r>
              <a:rPr lang="ar-EG" dirty="0"/>
              <a:t>.</a:t>
            </a:r>
            <a:r>
              <a:rPr lang="en-US" dirty="0"/>
              <a:t>Read Arabic from right to left</a:t>
            </a:r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endParaRPr lang="ar-E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56" b="14029"/>
          <a:stretch/>
        </p:blipFill>
        <p:spPr>
          <a:xfrm>
            <a:off x="2339752" y="2924944"/>
            <a:ext cx="5040560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323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SHORT VOWLES</a:t>
            </a:r>
            <a:endParaRPr lang="ar-EG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484784"/>
            <a:ext cx="7128792" cy="2376264"/>
          </a:xfrm>
          <a:prstGeom prst="rect">
            <a:avLst/>
          </a:prstGeom>
        </p:spPr>
      </p:pic>
      <p:pic>
        <p:nvPicPr>
          <p:cNvPr id="11" name="Content Placeholder 10"/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95" r="-258" b="35471"/>
          <a:stretch/>
        </p:blipFill>
        <p:spPr>
          <a:xfrm rot="19326656" flipV="1">
            <a:off x="861716" y="542870"/>
            <a:ext cx="1764733" cy="716892"/>
          </a:xfrm>
        </p:spPr>
      </p:pic>
      <p:sp>
        <p:nvSpPr>
          <p:cNvPr id="12" name="TextBox 11"/>
          <p:cNvSpPr txBox="1"/>
          <p:nvPr/>
        </p:nvSpPr>
        <p:spPr>
          <a:xfrm>
            <a:off x="5994317" y="3743035"/>
            <a:ext cx="1944216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000" b="1" i="1" dirty="0" err="1">
                <a:solidFill>
                  <a:srgbClr val="C00000"/>
                </a:solidFill>
                <a:latin typeface="Berlin Sans FB Demi" pitchFamily="34" charset="0"/>
              </a:rPr>
              <a:t>Fatha</a:t>
            </a:r>
            <a:r>
              <a:rPr lang="en-US" sz="4000" b="1" i="1" dirty="0">
                <a:solidFill>
                  <a:srgbClr val="C00000"/>
                </a:solidFill>
                <a:latin typeface="Berlin Sans FB Demi" pitchFamily="34" charset="0"/>
              </a:rPr>
              <a:t> </a:t>
            </a:r>
            <a:endParaRPr lang="ar-EG" sz="4000" b="1" i="1" dirty="0">
              <a:solidFill>
                <a:srgbClr val="C00000"/>
              </a:solidFill>
              <a:latin typeface="Berlin Sans FB Demi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50" t="52698" r="32878" b="21911"/>
          <a:stretch/>
        </p:blipFill>
        <p:spPr>
          <a:xfrm>
            <a:off x="6516216" y="4484587"/>
            <a:ext cx="1296144" cy="152436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77961" y="3738129"/>
            <a:ext cx="1559786" cy="70788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4000" b="1" i="1" dirty="0" err="1">
                <a:solidFill>
                  <a:srgbClr val="C00000"/>
                </a:solidFill>
                <a:latin typeface="Arial Rounded MT Bold" pitchFamily="34" charset="0"/>
              </a:rPr>
              <a:t>kasra</a:t>
            </a:r>
            <a:endParaRPr lang="ar-EG" sz="4000" b="1" i="1" dirty="0">
              <a:solidFill>
                <a:srgbClr val="C00000"/>
              </a:solidFill>
              <a:latin typeface="Arial Rounded MT Bold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5616" y="3738129"/>
            <a:ext cx="237626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000" b="1" i="1" dirty="0" err="1">
                <a:solidFill>
                  <a:srgbClr val="C00000"/>
                </a:solidFill>
                <a:latin typeface="Berlin Sans FB Demi" pitchFamily="34" charset="0"/>
              </a:rPr>
              <a:t>Dumma</a:t>
            </a:r>
            <a:r>
              <a:rPr lang="en-US" sz="4000" b="1" i="1" dirty="0">
                <a:solidFill>
                  <a:srgbClr val="C00000"/>
                </a:solidFill>
                <a:latin typeface="Berlin Sans FB Demi" pitchFamily="34" charset="0"/>
              </a:rPr>
              <a:t> </a:t>
            </a:r>
            <a:endParaRPr lang="ar-EG" sz="4000" b="1" i="1" dirty="0">
              <a:solidFill>
                <a:srgbClr val="C00000"/>
              </a:solidFill>
              <a:latin typeface="Berlin Sans FB Demi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8" t="21128" r="16646" b="53150"/>
          <a:stretch/>
        </p:blipFill>
        <p:spPr>
          <a:xfrm>
            <a:off x="4049346" y="4564138"/>
            <a:ext cx="1800201" cy="1444811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3" t="34256" r="29111" b="43590"/>
          <a:stretch/>
        </p:blipFill>
        <p:spPr>
          <a:xfrm>
            <a:off x="1382998" y="4524362"/>
            <a:ext cx="2011680" cy="144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833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4" name="Content Placeholder 3">
            <a:hlinkClick r:id="rId2"/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5983" r="99" b="51123"/>
          <a:stretch/>
        </p:blipFill>
        <p:spPr>
          <a:xfrm>
            <a:off x="2771800" y="1628800"/>
            <a:ext cx="4536504" cy="2808312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523DC69-BAF2-6763-A447-2866E1787185}"/>
              </a:ext>
            </a:extLst>
          </p:cNvPr>
          <p:cNvSpPr/>
          <p:nvPr/>
        </p:nvSpPr>
        <p:spPr>
          <a:xfrm>
            <a:off x="4285982" y="4452086"/>
            <a:ext cx="2195148" cy="6800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a typeface="Calibri"/>
                <a:cs typeface="Calibri"/>
                <a:hlinkClick r:id="rId4"/>
              </a:rPr>
              <a:t>play now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733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4577</TotalTime>
  <Words>20</Words>
  <Application>Microsoft Office PowerPoint</Application>
  <PresentationFormat>On-screen Show (4:3)</PresentationFormat>
  <Paragraphs>9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Revision </vt:lpstr>
      <vt:lpstr>SHORT VOWLES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16</cp:revision>
  <dcterms:created xsi:type="dcterms:W3CDTF">2025-09-27T21:24:20Z</dcterms:created>
  <dcterms:modified xsi:type="dcterms:W3CDTF">2025-10-01T01:54:11Z</dcterms:modified>
</cp:coreProperties>
</file>