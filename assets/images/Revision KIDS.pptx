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8" r:id="rId2"/>
    <p:sldId id="259" r:id="rId3"/>
    <p:sldId id="260" r:id="rId4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678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7669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1272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75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6404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36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925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0634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9833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1968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5282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26C17-B82A-44AC-841F-7457688392DB}" type="datetimeFigureOut">
              <a:rPr lang="ar-EG" smtClean="0"/>
              <a:t>05/04/1447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E8E2F-D62B-4F30-9A6E-3C3CF4F46C0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218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ordwall.net/resource/7539881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pPr marL="0" indent="0" algn="l">
              <a:buNone/>
            </a:pPr>
            <a:r>
              <a:rPr lang="ar-EG" dirty="0" smtClean="0"/>
              <a:t> </a:t>
            </a:r>
            <a:r>
              <a:rPr lang="en-US" dirty="0" smtClean="0"/>
              <a:t>Arabic family has 28 letters.</a:t>
            </a:r>
          </a:p>
          <a:p>
            <a:pPr marL="0" indent="0" algn="l">
              <a:buNone/>
            </a:pPr>
            <a:r>
              <a:rPr lang="ar-EG" dirty="0" smtClean="0"/>
              <a:t>.</a:t>
            </a:r>
            <a:r>
              <a:rPr lang="en-US" dirty="0" smtClean="0"/>
              <a:t>Read </a:t>
            </a:r>
            <a:r>
              <a:rPr lang="en-US" dirty="0"/>
              <a:t>A</a:t>
            </a:r>
            <a:r>
              <a:rPr lang="en-US" dirty="0" smtClean="0"/>
              <a:t>rabic from right to left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 smtClean="0"/>
          </a:p>
          <a:p>
            <a:pPr marL="0" indent="0" algn="l">
              <a:buNone/>
            </a:pPr>
            <a:endParaRPr lang="en-US" dirty="0" smtClean="0"/>
          </a:p>
          <a:p>
            <a:pPr marL="0" indent="0" algn="l">
              <a:buNone/>
            </a:pPr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6" b="14029"/>
          <a:stretch/>
        </p:blipFill>
        <p:spPr>
          <a:xfrm>
            <a:off x="2339752" y="2924944"/>
            <a:ext cx="504056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2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SHORT VOWLES</a:t>
            </a:r>
            <a:endParaRPr lang="ar-E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7128792" cy="2376264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95" r="-258" b="35471"/>
          <a:stretch/>
        </p:blipFill>
        <p:spPr>
          <a:xfrm rot="19326656" flipV="1">
            <a:off x="861716" y="542870"/>
            <a:ext cx="1764733" cy="716892"/>
          </a:xfrm>
        </p:spPr>
      </p:pic>
      <p:sp>
        <p:nvSpPr>
          <p:cNvPr id="12" name="TextBox 11"/>
          <p:cNvSpPr txBox="1"/>
          <p:nvPr/>
        </p:nvSpPr>
        <p:spPr>
          <a:xfrm>
            <a:off x="5994317" y="3743035"/>
            <a:ext cx="194421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 smtClean="0">
                <a:solidFill>
                  <a:srgbClr val="C00000"/>
                </a:solidFill>
                <a:latin typeface="Berlin Sans FB Demi" pitchFamily="34" charset="0"/>
              </a:rPr>
              <a:t>Fatha</a:t>
            </a:r>
            <a:r>
              <a:rPr lang="en-US" sz="4000" b="1" i="1" dirty="0" smtClean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 smtClean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0" t="52698" r="32878" b="21911"/>
          <a:stretch/>
        </p:blipFill>
        <p:spPr>
          <a:xfrm>
            <a:off x="6516216" y="4484587"/>
            <a:ext cx="1296144" cy="15243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77961" y="3738129"/>
            <a:ext cx="1559786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000" b="1" i="1" dirty="0" err="1" smtClean="0">
                <a:solidFill>
                  <a:srgbClr val="C00000"/>
                </a:solidFill>
                <a:latin typeface="Arial Rounded MT Bold" pitchFamily="34" charset="0"/>
              </a:rPr>
              <a:t>kasra</a:t>
            </a:r>
            <a:endParaRPr lang="ar-EG" sz="4000" b="1" i="1" dirty="0" smtClean="0">
              <a:solidFill>
                <a:srgbClr val="C0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616" y="3738129"/>
            <a:ext cx="237626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i="1" dirty="0" err="1" smtClean="0">
                <a:solidFill>
                  <a:srgbClr val="C00000"/>
                </a:solidFill>
                <a:latin typeface="Berlin Sans FB Demi" pitchFamily="34" charset="0"/>
              </a:rPr>
              <a:t>Dumma</a:t>
            </a:r>
            <a:r>
              <a:rPr lang="en-US" sz="4000" b="1" i="1" dirty="0" smtClean="0">
                <a:solidFill>
                  <a:srgbClr val="C00000"/>
                </a:solidFill>
                <a:latin typeface="Berlin Sans FB Demi" pitchFamily="34" charset="0"/>
              </a:rPr>
              <a:t> </a:t>
            </a:r>
            <a:endParaRPr lang="ar-EG" sz="4000" b="1" i="1" dirty="0" smtClean="0">
              <a:solidFill>
                <a:srgbClr val="C00000"/>
              </a:solidFill>
              <a:latin typeface="Berlin Sans FB Demi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21128" r="16646" b="53150"/>
          <a:stretch/>
        </p:blipFill>
        <p:spPr>
          <a:xfrm>
            <a:off x="4049346" y="4564138"/>
            <a:ext cx="1800201" cy="144481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34256" r="29111" b="43590"/>
          <a:stretch/>
        </p:blipFill>
        <p:spPr>
          <a:xfrm>
            <a:off x="1382998" y="4524362"/>
            <a:ext cx="2011680" cy="14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3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>
            <a:hlinkClick r:id="rId2"/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83" r="99" b="51123"/>
          <a:stretch/>
        </p:blipFill>
        <p:spPr>
          <a:xfrm>
            <a:off x="2771800" y="1628800"/>
            <a:ext cx="4536504" cy="2808312"/>
          </a:xfrm>
        </p:spPr>
      </p:pic>
    </p:spTree>
    <p:extLst>
      <p:ext uri="{BB962C8B-B14F-4D97-AF65-F5344CB8AC3E}">
        <p14:creationId xmlns:p14="http://schemas.microsoft.com/office/powerpoint/2010/main" val="105873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4577</TotalTime>
  <Words>20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Revision </vt:lpstr>
      <vt:lpstr>SHORT VOWLES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8</cp:revision>
  <dcterms:created xsi:type="dcterms:W3CDTF">2025-09-27T21:24:20Z</dcterms:created>
  <dcterms:modified xsi:type="dcterms:W3CDTF">2025-10-01T01:42:03Z</dcterms:modified>
</cp:coreProperties>
</file>